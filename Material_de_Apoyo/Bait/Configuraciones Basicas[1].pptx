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83" r:id="rId3"/>
    <p:sldId id="284" r:id="rId4"/>
    <p:sldId id="285" r:id="rId5"/>
    <p:sldId id="286" r:id="rId6"/>
    <p:sldId id="287" r:id="rId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4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F4F517-8BD4-4765-9193-FE6A1602CD78}" type="doc">
      <dgm:prSet loTypeId="urn:microsoft.com/office/officeart/2009/3/layout/SubStepProcess" loCatId="process" qsTypeId="urn:microsoft.com/office/officeart/2005/8/quickstyle/3d1" qsCatId="3D" csTypeId="urn:microsoft.com/office/officeart/2005/8/colors/colorful5" csCatId="colorful" phldr="1"/>
      <dgm:spPr/>
      <dgm:t>
        <a:bodyPr/>
        <a:lstStyle/>
        <a:p>
          <a:endParaRPr lang="es-MX"/>
        </a:p>
      </dgm:t>
    </dgm:pt>
    <dgm:pt modelId="{333ADF76-12D9-479F-B9B7-8CA74FA7C662}">
      <dgm:prSet custT="1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s-ES" sz="2400" b="1" dirty="0">
              <a:solidFill>
                <a:schemeClr val="bg1"/>
              </a:solidFill>
            </a:rPr>
            <a:t>IMS</a:t>
          </a:r>
          <a:r>
            <a:rPr lang="es-ES" sz="1000" b="1" dirty="0">
              <a:solidFill>
                <a:schemeClr val="bg1"/>
              </a:solidFill>
            </a:rPr>
            <a:t>.</a:t>
          </a:r>
          <a:endParaRPr lang="es-MX" sz="1000" b="1" dirty="0">
            <a:solidFill>
              <a:schemeClr val="bg1"/>
            </a:solidFill>
          </a:endParaRPr>
        </a:p>
      </dgm:t>
    </dgm:pt>
    <dgm:pt modelId="{7D9A668F-68EA-44B1-A1CF-74A809C68863}" type="parTrans" cxnId="{4C70CBD0-4F78-431C-AA42-B2ED102259FA}">
      <dgm:prSet/>
      <dgm:spPr/>
      <dgm:t>
        <a:bodyPr/>
        <a:lstStyle/>
        <a:p>
          <a:endParaRPr lang="es-MX"/>
        </a:p>
      </dgm:t>
    </dgm:pt>
    <dgm:pt modelId="{B7DCA86C-958C-41EA-932D-A937C7D311E4}" type="sibTrans" cxnId="{4C70CBD0-4F78-431C-AA42-B2ED102259FA}">
      <dgm:prSet/>
      <dgm:spPr/>
      <dgm:t>
        <a:bodyPr/>
        <a:lstStyle/>
        <a:p>
          <a:endParaRPr lang="es-MX"/>
        </a:p>
      </dgm:t>
    </dgm:pt>
    <dgm:pt modelId="{5DE3BEB4-7E79-49E4-9103-E14AD13BDFF3}">
      <dgm:prSet custT="1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s-MX" sz="1200" dirty="0"/>
        </a:p>
      </dgm:t>
    </dgm:pt>
    <dgm:pt modelId="{FD276A0E-284D-4E23-B716-CF870074794B}" type="parTrans" cxnId="{EAD99484-F40D-47A5-A7CC-A74673B0BE76}">
      <dgm:prSet/>
      <dgm:spPr/>
      <dgm:t>
        <a:bodyPr/>
        <a:lstStyle/>
        <a:p>
          <a:endParaRPr lang="es-MX"/>
        </a:p>
      </dgm:t>
    </dgm:pt>
    <dgm:pt modelId="{A623B87F-10FA-4FB0-B97A-B623E5C4FAD1}" type="sibTrans" cxnId="{EAD99484-F40D-47A5-A7CC-A74673B0BE76}">
      <dgm:prSet/>
      <dgm:spPr/>
      <dgm:t>
        <a:bodyPr/>
        <a:lstStyle/>
        <a:p>
          <a:endParaRPr lang="es-MX"/>
        </a:p>
      </dgm:t>
    </dgm:pt>
    <dgm:pt modelId="{00D2D691-43DD-4BBF-AF0A-5BB23DC219BA}">
      <dgm:prSet/>
      <dgm:spPr/>
      <dgm:t>
        <a:bodyPr/>
        <a:lstStyle/>
        <a:p>
          <a:r>
            <a:rPr lang="es-ES"/>
            <a:t>LLAMADAS ROBOTIZADAS</a:t>
          </a:r>
          <a:endParaRPr lang="es-MX"/>
        </a:p>
      </dgm:t>
    </dgm:pt>
    <dgm:pt modelId="{C4431B47-DC83-4734-AD8C-6E9661ED76B7}" type="parTrans" cxnId="{A7CDB654-075D-4239-AFBE-A302B74E6B8D}">
      <dgm:prSet/>
      <dgm:spPr/>
      <dgm:t>
        <a:bodyPr/>
        <a:lstStyle/>
        <a:p>
          <a:endParaRPr lang="es-MX"/>
        </a:p>
      </dgm:t>
    </dgm:pt>
    <dgm:pt modelId="{7C3530E5-17AB-45FC-9C98-9DDB4EF09E41}" type="sibTrans" cxnId="{A7CDB654-075D-4239-AFBE-A302B74E6B8D}">
      <dgm:prSet/>
      <dgm:spPr/>
      <dgm:t>
        <a:bodyPr/>
        <a:lstStyle/>
        <a:p>
          <a:endParaRPr lang="es-MX"/>
        </a:p>
      </dgm:t>
    </dgm:pt>
    <dgm:pt modelId="{23AA22A7-5FCA-488E-85C2-E30B614A326D}">
      <dgm:prSet/>
      <dgm:spPr/>
      <dgm:t>
        <a:bodyPr/>
        <a:lstStyle/>
        <a:p>
          <a:r>
            <a:rPr lang="es-ES"/>
            <a:t>LLAMADAS SIN AUDIO</a:t>
          </a:r>
          <a:endParaRPr lang="es-MX"/>
        </a:p>
      </dgm:t>
    </dgm:pt>
    <dgm:pt modelId="{69B09976-86EC-46A6-9B85-20D9BD623138}" type="parTrans" cxnId="{BE595A14-0CF6-463B-A757-4E77316AC78B}">
      <dgm:prSet/>
      <dgm:spPr/>
      <dgm:t>
        <a:bodyPr/>
        <a:lstStyle/>
        <a:p>
          <a:endParaRPr lang="es-MX"/>
        </a:p>
      </dgm:t>
    </dgm:pt>
    <dgm:pt modelId="{9A4A460D-0372-4DCB-80CA-56098C5A41DF}" type="sibTrans" cxnId="{BE595A14-0CF6-463B-A757-4E77316AC78B}">
      <dgm:prSet/>
      <dgm:spPr/>
      <dgm:t>
        <a:bodyPr/>
        <a:lstStyle/>
        <a:p>
          <a:endParaRPr lang="es-MX"/>
        </a:p>
      </dgm:t>
    </dgm:pt>
    <dgm:pt modelId="{E41341F2-A839-4AEA-80B2-8CC9F7837676}">
      <dgm:prSet/>
      <dgm:spPr/>
      <dgm:t>
        <a:bodyPr/>
        <a:lstStyle/>
        <a:p>
          <a:r>
            <a:rPr lang="es-ES"/>
            <a:t>LLAMADAS ENTRE CORTADAS</a:t>
          </a:r>
          <a:endParaRPr lang="es-MX"/>
        </a:p>
      </dgm:t>
    </dgm:pt>
    <dgm:pt modelId="{F3D2AC62-6E04-4C0B-85C6-19C033B0A049}" type="parTrans" cxnId="{B7D28049-8D82-4BD0-B799-D53BBBEBE9F9}">
      <dgm:prSet/>
      <dgm:spPr/>
      <dgm:t>
        <a:bodyPr/>
        <a:lstStyle/>
        <a:p>
          <a:endParaRPr lang="es-MX"/>
        </a:p>
      </dgm:t>
    </dgm:pt>
    <dgm:pt modelId="{39EC3A17-6B89-416F-8169-D2BF011DC0F7}" type="sibTrans" cxnId="{B7D28049-8D82-4BD0-B799-D53BBBEBE9F9}">
      <dgm:prSet/>
      <dgm:spPr/>
      <dgm:t>
        <a:bodyPr/>
        <a:lstStyle/>
        <a:p>
          <a:endParaRPr lang="es-MX"/>
        </a:p>
      </dgm:t>
    </dgm:pt>
    <dgm:pt modelId="{EEFF144B-28F0-497E-BFFD-AA78F149CB9E}">
      <dgm:prSet custT="1"/>
      <dgm:spPr/>
      <dgm:t>
        <a:bodyPr/>
        <a:lstStyle/>
        <a:p>
          <a:r>
            <a:rPr lang="es-ES" sz="1200" b="0" dirty="0">
              <a:solidFill>
                <a:schemeClr val="tx1"/>
              </a:solidFill>
            </a:rPr>
            <a:t>Objetivo: Corrección en servicios de voz.</a:t>
          </a:r>
          <a:endParaRPr lang="es-MX" sz="1200" b="0" dirty="0">
            <a:solidFill>
              <a:schemeClr val="tx1"/>
            </a:solidFill>
          </a:endParaRPr>
        </a:p>
      </dgm:t>
    </dgm:pt>
    <dgm:pt modelId="{EB5C57F7-F58C-4258-AAAC-1E1274FA81AA}" type="parTrans" cxnId="{0BF5D414-5C7E-4219-BEDE-AFBE4F51CF5D}">
      <dgm:prSet/>
      <dgm:spPr/>
      <dgm:t>
        <a:bodyPr/>
        <a:lstStyle/>
        <a:p>
          <a:endParaRPr lang="es-MX"/>
        </a:p>
      </dgm:t>
    </dgm:pt>
    <dgm:pt modelId="{DCB9F6AB-9A6F-48AC-8208-A2FC97D8352B}" type="sibTrans" cxnId="{0BF5D414-5C7E-4219-BEDE-AFBE4F51CF5D}">
      <dgm:prSet/>
      <dgm:spPr/>
      <dgm:t>
        <a:bodyPr/>
        <a:lstStyle/>
        <a:p>
          <a:endParaRPr lang="es-MX"/>
        </a:p>
      </dgm:t>
    </dgm:pt>
    <dgm:pt modelId="{7B353F7D-9751-4D10-9498-493D408C9ED5}" type="pres">
      <dgm:prSet presAssocID="{26F4F517-8BD4-4765-9193-FE6A1602CD78}" presName="Name0" presStyleCnt="0">
        <dgm:presLayoutVars>
          <dgm:chMax val="7"/>
          <dgm:dir/>
          <dgm:animOne val="branch"/>
        </dgm:presLayoutVars>
      </dgm:prSet>
      <dgm:spPr/>
    </dgm:pt>
    <dgm:pt modelId="{16C3E526-B1E5-4DD5-917E-7F0C6337A7DF}" type="pres">
      <dgm:prSet presAssocID="{333ADF76-12D9-479F-B9B7-8CA74FA7C662}" presName="parTx1" presStyleLbl="node1" presStyleIdx="0" presStyleCnt="2"/>
      <dgm:spPr/>
    </dgm:pt>
    <dgm:pt modelId="{843D31BA-FCB1-49BC-8201-956AB1E3CEE8}" type="pres">
      <dgm:prSet presAssocID="{333ADF76-12D9-479F-B9B7-8CA74FA7C662}" presName="spPre1" presStyleCnt="0"/>
      <dgm:spPr/>
    </dgm:pt>
    <dgm:pt modelId="{C1BB8424-8D58-47CC-A774-A915C34DD35A}" type="pres">
      <dgm:prSet presAssocID="{333ADF76-12D9-479F-B9B7-8CA74FA7C662}" presName="chLin1" presStyleCnt="0"/>
      <dgm:spPr/>
    </dgm:pt>
    <dgm:pt modelId="{CBB312E0-6078-40DF-9AB7-A49EACECA0B4}" type="pres">
      <dgm:prSet presAssocID="{EB5C57F7-F58C-4258-AAAC-1E1274FA81AA}" presName="Name11" presStyleLbl="parChTrans1D1" presStyleIdx="0" presStyleCnt="10"/>
      <dgm:spPr/>
    </dgm:pt>
    <dgm:pt modelId="{9875468E-D03D-42A2-A2CB-1F085CE22331}" type="pres">
      <dgm:prSet presAssocID="{EB5C57F7-F58C-4258-AAAC-1E1274FA81AA}" presName="Name31" presStyleLbl="parChTrans1D1" presStyleIdx="1" presStyleCnt="10"/>
      <dgm:spPr/>
    </dgm:pt>
    <dgm:pt modelId="{14B7C09B-68B4-46CC-8CAB-6312186C379A}" type="pres">
      <dgm:prSet presAssocID="{EEFF144B-28F0-497E-BFFD-AA78F149CB9E}" presName="top1" presStyleCnt="0"/>
      <dgm:spPr/>
    </dgm:pt>
    <dgm:pt modelId="{01AA0A5B-CBFD-4CB0-A34E-BDAC0081F010}" type="pres">
      <dgm:prSet presAssocID="{EEFF144B-28F0-497E-BFFD-AA78F149CB9E}" presName="txAndLines1" presStyleCnt="0"/>
      <dgm:spPr/>
    </dgm:pt>
    <dgm:pt modelId="{36A6DDD9-DFC1-4362-9772-D35B1837713D}" type="pres">
      <dgm:prSet presAssocID="{EEFF144B-28F0-497E-BFFD-AA78F149CB9E}" presName="anchor1" presStyleCnt="0"/>
      <dgm:spPr/>
    </dgm:pt>
    <dgm:pt modelId="{01AEE1EC-51D1-4A2D-AF66-619ABB0773DA}" type="pres">
      <dgm:prSet presAssocID="{EEFF144B-28F0-497E-BFFD-AA78F149CB9E}" presName="backup1" presStyleCnt="0"/>
      <dgm:spPr/>
    </dgm:pt>
    <dgm:pt modelId="{C2527A21-B717-4530-B9CD-6752BB82A6C3}" type="pres">
      <dgm:prSet presAssocID="{EEFF144B-28F0-497E-BFFD-AA78F149CB9E}" presName="preLine1" presStyleLbl="parChTrans1D1" presStyleIdx="2" presStyleCnt="10"/>
      <dgm:spPr/>
    </dgm:pt>
    <dgm:pt modelId="{31297B84-6B4E-4B88-8E53-AB15BFAC7E08}" type="pres">
      <dgm:prSet presAssocID="{EEFF144B-28F0-497E-BFFD-AA78F149CB9E}" presName="desTx1" presStyleLbl="revTx" presStyleIdx="0" presStyleCnt="0">
        <dgm:presLayoutVars>
          <dgm:bulletEnabled val="1"/>
        </dgm:presLayoutVars>
      </dgm:prSet>
      <dgm:spPr/>
    </dgm:pt>
    <dgm:pt modelId="{CD6A4DA8-88E5-45F4-968F-6B0206C0D0D7}" type="pres">
      <dgm:prSet presAssocID="{EEFF144B-28F0-497E-BFFD-AA78F149CB9E}" presName="postLine1" presStyleLbl="parChTrans1D1" presStyleIdx="3" presStyleCnt="10"/>
      <dgm:spPr/>
    </dgm:pt>
    <dgm:pt modelId="{F0C1C5A3-2E01-4FC1-BC0D-E38EEACF514E}" type="pres">
      <dgm:prSet presAssocID="{333ADF76-12D9-479F-B9B7-8CA74FA7C662}" presName="spPost1" presStyleCnt="0"/>
      <dgm:spPr/>
    </dgm:pt>
    <dgm:pt modelId="{0A914BB4-B361-4F9D-9EA4-8C151EA385AA}" type="pres">
      <dgm:prSet presAssocID="{5DE3BEB4-7E79-49E4-9103-E14AD13BDFF3}" presName="parTx2" presStyleLbl="node1" presStyleIdx="1" presStyleCnt="2"/>
      <dgm:spPr/>
    </dgm:pt>
    <dgm:pt modelId="{C931EA6F-605B-4AA5-8703-11921BC91327}" type="pres">
      <dgm:prSet presAssocID="{5DE3BEB4-7E79-49E4-9103-E14AD13BDFF3}" presName="spPre2" presStyleCnt="0"/>
      <dgm:spPr/>
    </dgm:pt>
    <dgm:pt modelId="{7B14C799-5A7A-441D-9782-57483353468E}" type="pres">
      <dgm:prSet presAssocID="{5DE3BEB4-7E79-49E4-9103-E14AD13BDFF3}" presName="chLin2" presStyleCnt="0"/>
      <dgm:spPr/>
    </dgm:pt>
    <dgm:pt modelId="{D847445D-6D75-4F82-8CE5-6746DA6AA238}" type="pres">
      <dgm:prSet presAssocID="{C4431B47-DC83-4734-AD8C-6E9661ED76B7}" presName="Name45" presStyleLbl="parChTrans1D1" presStyleIdx="4" presStyleCnt="10"/>
      <dgm:spPr/>
    </dgm:pt>
    <dgm:pt modelId="{988F265D-26B1-4BA2-AE6D-3009BE10F3C9}" type="pres">
      <dgm:prSet presAssocID="{00D2D691-43DD-4BBF-AF0A-5BB23DC219BA}" presName="txAndLines2" presStyleCnt="0"/>
      <dgm:spPr/>
    </dgm:pt>
    <dgm:pt modelId="{2BDBB105-2994-4432-9343-7747FC30C7D0}" type="pres">
      <dgm:prSet presAssocID="{00D2D691-43DD-4BBF-AF0A-5BB23DC219BA}" presName="anchor2" presStyleCnt="0"/>
      <dgm:spPr/>
    </dgm:pt>
    <dgm:pt modelId="{DAB11C8A-AB6E-4E11-82F4-5B12A161D0DA}" type="pres">
      <dgm:prSet presAssocID="{00D2D691-43DD-4BBF-AF0A-5BB23DC219BA}" presName="backup2" presStyleCnt="0"/>
      <dgm:spPr/>
    </dgm:pt>
    <dgm:pt modelId="{915C206D-50E5-4293-A6AE-2C79231A15B1}" type="pres">
      <dgm:prSet presAssocID="{00D2D691-43DD-4BBF-AF0A-5BB23DC219BA}" presName="preLine2" presStyleLbl="parChTrans1D1" presStyleIdx="5" presStyleCnt="10"/>
      <dgm:spPr/>
    </dgm:pt>
    <dgm:pt modelId="{3EDD12B5-84A4-4536-AE00-592A8E229B3F}" type="pres">
      <dgm:prSet presAssocID="{00D2D691-43DD-4BBF-AF0A-5BB23DC219BA}" presName="desTx2" presStyleLbl="revTx" presStyleIdx="0" presStyleCnt="0">
        <dgm:presLayoutVars>
          <dgm:bulletEnabled val="1"/>
        </dgm:presLayoutVars>
      </dgm:prSet>
      <dgm:spPr/>
    </dgm:pt>
    <dgm:pt modelId="{EC4F27C0-A429-4972-BCC2-C655EA70B027}" type="pres">
      <dgm:prSet presAssocID="{69B09976-86EC-46A6-9B85-20D9BD623138}" presName="Name45" presStyleLbl="parChTrans1D1" presStyleIdx="6" presStyleCnt="10"/>
      <dgm:spPr/>
    </dgm:pt>
    <dgm:pt modelId="{736B4B07-48F9-4B5C-85C8-DCC0A9DC818A}" type="pres">
      <dgm:prSet presAssocID="{23AA22A7-5FCA-488E-85C2-E30B614A326D}" presName="txAndLines2" presStyleCnt="0"/>
      <dgm:spPr/>
    </dgm:pt>
    <dgm:pt modelId="{CEC58757-3034-4897-981F-5B06A5E39F75}" type="pres">
      <dgm:prSet presAssocID="{23AA22A7-5FCA-488E-85C2-E30B614A326D}" presName="anchor2" presStyleCnt="0"/>
      <dgm:spPr/>
    </dgm:pt>
    <dgm:pt modelId="{87A9A045-F917-4B02-B6E3-870FD2FB174A}" type="pres">
      <dgm:prSet presAssocID="{23AA22A7-5FCA-488E-85C2-E30B614A326D}" presName="backup2" presStyleCnt="0"/>
      <dgm:spPr/>
    </dgm:pt>
    <dgm:pt modelId="{0394F2A2-16EF-4924-9871-832E2E0FEDC0}" type="pres">
      <dgm:prSet presAssocID="{23AA22A7-5FCA-488E-85C2-E30B614A326D}" presName="preLine2" presStyleLbl="parChTrans1D1" presStyleIdx="7" presStyleCnt="10"/>
      <dgm:spPr/>
    </dgm:pt>
    <dgm:pt modelId="{05614D01-8F21-4114-8B29-6E94F0C2D59F}" type="pres">
      <dgm:prSet presAssocID="{23AA22A7-5FCA-488E-85C2-E30B614A326D}" presName="desTx2" presStyleLbl="revTx" presStyleIdx="0" presStyleCnt="0">
        <dgm:presLayoutVars>
          <dgm:bulletEnabled val="1"/>
        </dgm:presLayoutVars>
      </dgm:prSet>
      <dgm:spPr/>
    </dgm:pt>
    <dgm:pt modelId="{88F8573C-F240-4C10-B612-56814DAE855D}" type="pres">
      <dgm:prSet presAssocID="{F3D2AC62-6E04-4C0B-85C6-19C033B0A049}" presName="Name45" presStyleLbl="parChTrans1D1" presStyleIdx="8" presStyleCnt="10"/>
      <dgm:spPr/>
    </dgm:pt>
    <dgm:pt modelId="{E9223A1B-833F-44E8-80F7-00E1974E92A6}" type="pres">
      <dgm:prSet presAssocID="{E41341F2-A839-4AEA-80B2-8CC9F7837676}" presName="txAndLines2" presStyleCnt="0"/>
      <dgm:spPr/>
    </dgm:pt>
    <dgm:pt modelId="{AC262FBC-B402-4D4F-8C1E-C9C54287F9EB}" type="pres">
      <dgm:prSet presAssocID="{E41341F2-A839-4AEA-80B2-8CC9F7837676}" presName="anchor2" presStyleCnt="0"/>
      <dgm:spPr/>
    </dgm:pt>
    <dgm:pt modelId="{E075112E-9240-4BC6-BABE-4FAA4BB322E3}" type="pres">
      <dgm:prSet presAssocID="{E41341F2-A839-4AEA-80B2-8CC9F7837676}" presName="backup2" presStyleCnt="0"/>
      <dgm:spPr/>
    </dgm:pt>
    <dgm:pt modelId="{09ED0FEF-8AD2-4926-BDF0-77DECB682D12}" type="pres">
      <dgm:prSet presAssocID="{E41341F2-A839-4AEA-80B2-8CC9F7837676}" presName="preLine2" presStyleLbl="parChTrans1D1" presStyleIdx="9" presStyleCnt="10"/>
      <dgm:spPr/>
    </dgm:pt>
    <dgm:pt modelId="{124D26FD-D386-4E74-BD16-D1F07264CF20}" type="pres">
      <dgm:prSet presAssocID="{E41341F2-A839-4AEA-80B2-8CC9F7837676}" presName="desTx2" presStyleLbl="revTx" presStyleIdx="0" presStyleCnt="0">
        <dgm:presLayoutVars>
          <dgm:bulletEnabled val="1"/>
        </dgm:presLayoutVars>
      </dgm:prSet>
      <dgm:spPr/>
    </dgm:pt>
  </dgm:ptLst>
  <dgm:cxnLst>
    <dgm:cxn modelId="{BE595A14-0CF6-463B-A757-4E77316AC78B}" srcId="{5DE3BEB4-7E79-49E4-9103-E14AD13BDFF3}" destId="{23AA22A7-5FCA-488E-85C2-E30B614A326D}" srcOrd="1" destOrd="0" parTransId="{69B09976-86EC-46A6-9B85-20D9BD623138}" sibTransId="{9A4A460D-0372-4DCB-80CA-56098C5A41DF}"/>
    <dgm:cxn modelId="{0BF5D414-5C7E-4219-BEDE-AFBE4F51CF5D}" srcId="{333ADF76-12D9-479F-B9B7-8CA74FA7C662}" destId="{EEFF144B-28F0-497E-BFFD-AA78F149CB9E}" srcOrd="0" destOrd="0" parTransId="{EB5C57F7-F58C-4258-AAAC-1E1274FA81AA}" sibTransId="{DCB9F6AB-9A6F-48AC-8208-A2FC97D8352B}"/>
    <dgm:cxn modelId="{62D12042-377D-43FF-B5F9-102E7FE5CF16}" type="presOf" srcId="{333ADF76-12D9-479F-B9B7-8CA74FA7C662}" destId="{16C3E526-B1E5-4DD5-917E-7F0C6337A7DF}" srcOrd="0" destOrd="0" presId="urn:microsoft.com/office/officeart/2009/3/layout/SubStepProcess"/>
    <dgm:cxn modelId="{8F105549-3C8A-4C1F-973E-05C780B23983}" type="presOf" srcId="{26F4F517-8BD4-4765-9193-FE6A1602CD78}" destId="{7B353F7D-9751-4D10-9498-493D408C9ED5}" srcOrd="0" destOrd="0" presId="urn:microsoft.com/office/officeart/2009/3/layout/SubStepProcess"/>
    <dgm:cxn modelId="{B7D28049-8D82-4BD0-B799-D53BBBEBE9F9}" srcId="{5DE3BEB4-7E79-49E4-9103-E14AD13BDFF3}" destId="{E41341F2-A839-4AEA-80B2-8CC9F7837676}" srcOrd="2" destOrd="0" parTransId="{F3D2AC62-6E04-4C0B-85C6-19C033B0A049}" sibTransId="{39EC3A17-6B89-416F-8169-D2BF011DC0F7}"/>
    <dgm:cxn modelId="{ACE64E74-94DA-4262-B94A-B3D6A694C434}" type="presOf" srcId="{23AA22A7-5FCA-488E-85C2-E30B614A326D}" destId="{05614D01-8F21-4114-8B29-6E94F0C2D59F}" srcOrd="0" destOrd="0" presId="urn:microsoft.com/office/officeart/2009/3/layout/SubStepProcess"/>
    <dgm:cxn modelId="{A7CDB654-075D-4239-AFBE-A302B74E6B8D}" srcId="{5DE3BEB4-7E79-49E4-9103-E14AD13BDFF3}" destId="{00D2D691-43DD-4BBF-AF0A-5BB23DC219BA}" srcOrd="0" destOrd="0" parTransId="{C4431B47-DC83-4734-AD8C-6E9661ED76B7}" sibTransId="{7C3530E5-17AB-45FC-9C98-9DDB4EF09E41}"/>
    <dgm:cxn modelId="{C03CD156-A58C-4A7C-B60D-08ABADA7033A}" type="presOf" srcId="{EEFF144B-28F0-497E-BFFD-AA78F149CB9E}" destId="{31297B84-6B4E-4B88-8E53-AB15BFAC7E08}" srcOrd="0" destOrd="0" presId="urn:microsoft.com/office/officeart/2009/3/layout/SubStepProcess"/>
    <dgm:cxn modelId="{EAD99484-F40D-47A5-A7CC-A74673B0BE76}" srcId="{26F4F517-8BD4-4765-9193-FE6A1602CD78}" destId="{5DE3BEB4-7E79-49E4-9103-E14AD13BDFF3}" srcOrd="1" destOrd="0" parTransId="{FD276A0E-284D-4E23-B716-CF870074794B}" sibTransId="{A623B87F-10FA-4FB0-B97A-B623E5C4FAD1}"/>
    <dgm:cxn modelId="{7AF82CA5-8B0C-4C2E-A504-BAAAD19A7AAC}" type="presOf" srcId="{E41341F2-A839-4AEA-80B2-8CC9F7837676}" destId="{124D26FD-D386-4E74-BD16-D1F07264CF20}" srcOrd="0" destOrd="0" presId="urn:microsoft.com/office/officeart/2009/3/layout/SubStepProcess"/>
    <dgm:cxn modelId="{4C70CBD0-4F78-431C-AA42-B2ED102259FA}" srcId="{26F4F517-8BD4-4765-9193-FE6A1602CD78}" destId="{333ADF76-12D9-479F-B9B7-8CA74FA7C662}" srcOrd="0" destOrd="0" parTransId="{7D9A668F-68EA-44B1-A1CF-74A809C68863}" sibTransId="{B7DCA86C-958C-41EA-932D-A937C7D311E4}"/>
    <dgm:cxn modelId="{4CB70FDD-7811-40A2-8FB4-60D622DB23E6}" type="presOf" srcId="{00D2D691-43DD-4BBF-AF0A-5BB23DC219BA}" destId="{3EDD12B5-84A4-4536-AE00-592A8E229B3F}" srcOrd="0" destOrd="0" presId="urn:microsoft.com/office/officeart/2009/3/layout/SubStepProcess"/>
    <dgm:cxn modelId="{C92EE4FC-116A-48FC-BDE6-CCAE6C102E53}" type="presOf" srcId="{5DE3BEB4-7E79-49E4-9103-E14AD13BDFF3}" destId="{0A914BB4-B361-4F9D-9EA4-8C151EA385AA}" srcOrd="0" destOrd="0" presId="urn:microsoft.com/office/officeart/2009/3/layout/SubStepProcess"/>
    <dgm:cxn modelId="{02592B37-2EDD-498D-83A3-452D7FDB62D8}" type="presParOf" srcId="{7B353F7D-9751-4D10-9498-493D408C9ED5}" destId="{16C3E526-B1E5-4DD5-917E-7F0C6337A7DF}" srcOrd="0" destOrd="0" presId="urn:microsoft.com/office/officeart/2009/3/layout/SubStepProcess"/>
    <dgm:cxn modelId="{189A7B0B-4A37-46D0-B457-9BAA404B3E14}" type="presParOf" srcId="{7B353F7D-9751-4D10-9498-493D408C9ED5}" destId="{843D31BA-FCB1-49BC-8201-956AB1E3CEE8}" srcOrd="1" destOrd="0" presId="urn:microsoft.com/office/officeart/2009/3/layout/SubStepProcess"/>
    <dgm:cxn modelId="{8589D10F-3ADB-41DF-8E00-8DBCCB1B0598}" type="presParOf" srcId="{7B353F7D-9751-4D10-9498-493D408C9ED5}" destId="{C1BB8424-8D58-47CC-A774-A915C34DD35A}" srcOrd="2" destOrd="0" presId="urn:microsoft.com/office/officeart/2009/3/layout/SubStepProcess"/>
    <dgm:cxn modelId="{6959C606-6D79-42C2-9151-25828D0BDA07}" type="presParOf" srcId="{C1BB8424-8D58-47CC-A774-A915C34DD35A}" destId="{CBB312E0-6078-40DF-9AB7-A49EACECA0B4}" srcOrd="0" destOrd="0" presId="urn:microsoft.com/office/officeart/2009/3/layout/SubStepProcess"/>
    <dgm:cxn modelId="{1165461A-1573-4C80-B17E-422115A04130}" type="presParOf" srcId="{C1BB8424-8D58-47CC-A774-A915C34DD35A}" destId="{9875468E-D03D-42A2-A2CB-1F085CE22331}" srcOrd="1" destOrd="0" presId="urn:microsoft.com/office/officeart/2009/3/layout/SubStepProcess"/>
    <dgm:cxn modelId="{79AE1228-2DD1-4A2B-AA06-9C9FBB6A207F}" type="presParOf" srcId="{C1BB8424-8D58-47CC-A774-A915C34DD35A}" destId="{14B7C09B-68B4-46CC-8CAB-6312186C379A}" srcOrd="2" destOrd="0" presId="urn:microsoft.com/office/officeart/2009/3/layout/SubStepProcess"/>
    <dgm:cxn modelId="{D159FA90-071F-4225-8AD8-E6F0C636ADA1}" type="presParOf" srcId="{C1BB8424-8D58-47CC-A774-A915C34DD35A}" destId="{01AA0A5B-CBFD-4CB0-A34E-BDAC0081F010}" srcOrd="3" destOrd="0" presId="urn:microsoft.com/office/officeart/2009/3/layout/SubStepProcess"/>
    <dgm:cxn modelId="{8F7AC3C7-D1E4-415E-82D6-D731D1E12CA9}" type="presParOf" srcId="{01AA0A5B-CBFD-4CB0-A34E-BDAC0081F010}" destId="{36A6DDD9-DFC1-4362-9772-D35B1837713D}" srcOrd="0" destOrd="0" presId="urn:microsoft.com/office/officeart/2009/3/layout/SubStepProcess"/>
    <dgm:cxn modelId="{35F400C2-C78C-48C9-93E0-2B0F7979ACA0}" type="presParOf" srcId="{01AA0A5B-CBFD-4CB0-A34E-BDAC0081F010}" destId="{01AEE1EC-51D1-4A2D-AF66-619ABB0773DA}" srcOrd="1" destOrd="0" presId="urn:microsoft.com/office/officeart/2009/3/layout/SubStepProcess"/>
    <dgm:cxn modelId="{5F36226A-CDF9-41D8-ADE2-C84D0BEACFD0}" type="presParOf" srcId="{01AA0A5B-CBFD-4CB0-A34E-BDAC0081F010}" destId="{C2527A21-B717-4530-B9CD-6752BB82A6C3}" srcOrd="2" destOrd="0" presId="urn:microsoft.com/office/officeart/2009/3/layout/SubStepProcess"/>
    <dgm:cxn modelId="{17528A40-98EC-450E-A4F5-1B87EE10E5AE}" type="presParOf" srcId="{01AA0A5B-CBFD-4CB0-A34E-BDAC0081F010}" destId="{31297B84-6B4E-4B88-8E53-AB15BFAC7E08}" srcOrd="3" destOrd="0" presId="urn:microsoft.com/office/officeart/2009/3/layout/SubStepProcess"/>
    <dgm:cxn modelId="{DAD71D45-FE99-4E03-8C02-28AFB67326CE}" type="presParOf" srcId="{01AA0A5B-CBFD-4CB0-A34E-BDAC0081F010}" destId="{CD6A4DA8-88E5-45F4-968F-6B0206C0D0D7}" srcOrd="4" destOrd="0" presId="urn:microsoft.com/office/officeart/2009/3/layout/SubStepProcess"/>
    <dgm:cxn modelId="{15A0C142-5574-4656-927C-A9030D10CFFF}" type="presParOf" srcId="{7B353F7D-9751-4D10-9498-493D408C9ED5}" destId="{F0C1C5A3-2E01-4FC1-BC0D-E38EEACF514E}" srcOrd="3" destOrd="0" presId="urn:microsoft.com/office/officeart/2009/3/layout/SubStepProcess"/>
    <dgm:cxn modelId="{35F61F47-A141-4F14-A5DF-EB748BC67376}" type="presParOf" srcId="{7B353F7D-9751-4D10-9498-493D408C9ED5}" destId="{0A914BB4-B361-4F9D-9EA4-8C151EA385AA}" srcOrd="4" destOrd="0" presId="urn:microsoft.com/office/officeart/2009/3/layout/SubStepProcess"/>
    <dgm:cxn modelId="{40D426F8-79E7-4631-AC13-861CB55B5AED}" type="presParOf" srcId="{7B353F7D-9751-4D10-9498-493D408C9ED5}" destId="{C931EA6F-605B-4AA5-8703-11921BC91327}" srcOrd="5" destOrd="0" presId="urn:microsoft.com/office/officeart/2009/3/layout/SubStepProcess"/>
    <dgm:cxn modelId="{722F0647-7B70-4080-B8B5-57CCF8B7E210}" type="presParOf" srcId="{7B353F7D-9751-4D10-9498-493D408C9ED5}" destId="{7B14C799-5A7A-441D-9782-57483353468E}" srcOrd="6" destOrd="0" presId="urn:microsoft.com/office/officeart/2009/3/layout/SubStepProcess"/>
    <dgm:cxn modelId="{38D16A19-23B2-4C44-A807-5ED8E35DC749}" type="presParOf" srcId="{7B14C799-5A7A-441D-9782-57483353468E}" destId="{D847445D-6D75-4F82-8CE5-6746DA6AA238}" srcOrd="0" destOrd="0" presId="urn:microsoft.com/office/officeart/2009/3/layout/SubStepProcess"/>
    <dgm:cxn modelId="{F7BE828B-CF1C-4F4F-BFCA-34812539E65A}" type="presParOf" srcId="{7B14C799-5A7A-441D-9782-57483353468E}" destId="{988F265D-26B1-4BA2-AE6D-3009BE10F3C9}" srcOrd="1" destOrd="0" presId="urn:microsoft.com/office/officeart/2009/3/layout/SubStepProcess"/>
    <dgm:cxn modelId="{D8ED5929-0A1D-441A-A721-519F38DDD8BC}" type="presParOf" srcId="{988F265D-26B1-4BA2-AE6D-3009BE10F3C9}" destId="{2BDBB105-2994-4432-9343-7747FC30C7D0}" srcOrd="0" destOrd="0" presId="urn:microsoft.com/office/officeart/2009/3/layout/SubStepProcess"/>
    <dgm:cxn modelId="{F5D7D322-B029-4EB4-B4C5-E12B884A23BF}" type="presParOf" srcId="{988F265D-26B1-4BA2-AE6D-3009BE10F3C9}" destId="{DAB11C8A-AB6E-4E11-82F4-5B12A161D0DA}" srcOrd="1" destOrd="0" presId="urn:microsoft.com/office/officeart/2009/3/layout/SubStepProcess"/>
    <dgm:cxn modelId="{AA950E42-AA31-4A7C-A4AB-7D38AEC9CE5A}" type="presParOf" srcId="{988F265D-26B1-4BA2-AE6D-3009BE10F3C9}" destId="{915C206D-50E5-4293-A6AE-2C79231A15B1}" srcOrd="2" destOrd="0" presId="urn:microsoft.com/office/officeart/2009/3/layout/SubStepProcess"/>
    <dgm:cxn modelId="{58B1C2DF-B28E-4634-B96D-5BD48F090A2B}" type="presParOf" srcId="{988F265D-26B1-4BA2-AE6D-3009BE10F3C9}" destId="{3EDD12B5-84A4-4536-AE00-592A8E229B3F}" srcOrd="3" destOrd="0" presId="urn:microsoft.com/office/officeart/2009/3/layout/SubStepProcess"/>
    <dgm:cxn modelId="{74EBD010-3C4D-4808-8377-C7EBB20D63B6}" type="presParOf" srcId="{7B14C799-5A7A-441D-9782-57483353468E}" destId="{EC4F27C0-A429-4972-BCC2-C655EA70B027}" srcOrd="2" destOrd="0" presId="urn:microsoft.com/office/officeart/2009/3/layout/SubStepProcess"/>
    <dgm:cxn modelId="{AB4B1D36-B45F-4F3F-8EAE-F2BC412B9896}" type="presParOf" srcId="{7B14C799-5A7A-441D-9782-57483353468E}" destId="{736B4B07-48F9-4B5C-85C8-DCC0A9DC818A}" srcOrd="3" destOrd="0" presId="urn:microsoft.com/office/officeart/2009/3/layout/SubStepProcess"/>
    <dgm:cxn modelId="{FC3982F5-5881-4892-B147-AAAB3D4ACCF8}" type="presParOf" srcId="{736B4B07-48F9-4B5C-85C8-DCC0A9DC818A}" destId="{CEC58757-3034-4897-981F-5B06A5E39F75}" srcOrd="0" destOrd="0" presId="urn:microsoft.com/office/officeart/2009/3/layout/SubStepProcess"/>
    <dgm:cxn modelId="{4756BF6E-1E54-4AE3-BE56-6C934D7D41A1}" type="presParOf" srcId="{736B4B07-48F9-4B5C-85C8-DCC0A9DC818A}" destId="{87A9A045-F917-4B02-B6E3-870FD2FB174A}" srcOrd="1" destOrd="0" presId="urn:microsoft.com/office/officeart/2009/3/layout/SubStepProcess"/>
    <dgm:cxn modelId="{89BA4BC4-0449-4EB9-8150-2CA3D8C7B1E2}" type="presParOf" srcId="{736B4B07-48F9-4B5C-85C8-DCC0A9DC818A}" destId="{0394F2A2-16EF-4924-9871-832E2E0FEDC0}" srcOrd="2" destOrd="0" presId="urn:microsoft.com/office/officeart/2009/3/layout/SubStepProcess"/>
    <dgm:cxn modelId="{92DD5258-900F-49BF-BAA0-199EAE53098C}" type="presParOf" srcId="{736B4B07-48F9-4B5C-85C8-DCC0A9DC818A}" destId="{05614D01-8F21-4114-8B29-6E94F0C2D59F}" srcOrd="3" destOrd="0" presId="urn:microsoft.com/office/officeart/2009/3/layout/SubStepProcess"/>
    <dgm:cxn modelId="{29F9A11C-29D7-459D-8F19-75F05F0E307F}" type="presParOf" srcId="{7B14C799-5A7A-441D-9782-57483353468E}" destId="{88F8573C-F240-4C10-B612-56814DAE855D}" srcOrd="4" destOrd="0" presId="urn:microsoft.com/office/officeart/2009/3/layout/SubStepProcess"/>
    <dgm:cxn modelId="{CA0B3696-61DA-44AD-B3F8-C6BA3E5E10C9}" type="presParOf" srcId="{7B14C799-5A7A-441D-9782-57483353468E}" destId="{E9223A1B-833F-44E8-80F7-00E1974E92A6}" srcOrd="5" destOrd="0" presId="urn:microsoft.com/office/officeart/2009/3/layout/SubStepProcess"/>
    <dgm:cxn modelId="{7B3C527F-CF92-427A-8123-AC7C56D7DEF3}" type="presParOf" srcId="{E9223A1B-833F-44E8-80F7-00E1974E92A6}" destId="{AC262FBC-B402-4D4F-8C1E-C9C54287F9EB}" srcOrd="0" destOrd="0" presId="urn:microsoft.com/office/officeart/2009/3/layout/SubStepProcess"/>
    <dgm:cxn modelId="{7E86FA7D-491F-472B-ACFC-A34DAD35329E}" type="presParOf" srcId="{E9223A1B-833F-44E8-80F7-00E1974E92A6}" destId="{E075112E-9240-4BC6-BABE-4FAA4BB322E3}" srcOrd="1" destOrd="0" presId="urn:microsoft.com/office/officeart/2009/3/layout/SubStepProcess"/>
    <dgm:cxn modelId="{537D510F-CCA3-4516-BB01-D66723DEC6E7}" type="presParOf" srcId="{E9223A1B-833F-44E8-80F7-00E1974E92A6}" destId="{09ED0FEF-8AD2-4926-BDF0-77DECB682D12}" srcOrd="2" destOrd="0" presId="urn:microsoft.com/office/officeart/2009/3/layout/SubStepProcess"/>
    <dgm:cxn modelId="{87808CEE-65A4-4A85-AD85-618308CE4CB8}" type="presParOf" srcId="{E9223A1B-833F-44E8-80F7-00E1974E92A6}" destId="{124D26FD-D386-4E74-BD16-D1F07264CF20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3E526-B1E5-4DD5-917E-7F0C6337A7DF}">
      <dsp:nvSpPr>
        <dsp:cNvPr id="0" name=""/>
        <dsp:cNvSpPr/>
      </dsp:nvSpPr>
      <dsp:spPr>
        <a:xfrm>
          <a:off x="6050" y="463051"/>
          <a:ext cx="1947621" cy="1947621"/>
        </a:xfrm>
        <a:prstGeom prst="ellipse">
          <a:avLst/>
        </a:prstGeom>
        <a:solidFill>
          <a:schemeClr val="bg2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>
              <a:solidFill>
                <a:schemeClr val="bg1"/>
              </a:solidFill>
            </a:rPr>
            <a:t>IMS</a:t>
          </a:r>
          <a:r>
            <a:rPr lang="es-ES" sz="1000" b="1" kern="1200" dirty="0">
              <a:solidFill>
                <a:schemeClr val="bg1"/>
              </a:solidFill>
            </a:rPr>
            <a:t>.</a:t>
          </a:r>
          <a:endParaRPr lang="es-MX" sz="1000" b="1" kern="1200" dirty="0">
            <a:solidFill>
              <a:schemeClr val="bg1"/>
            </a:solidFill>
          </a:endParaRPr>
        </a:p>
      </dsp:txBody>
      <dsp:txXfrm>
        <a:off x="291272" y="748273"/>
        <a:ext cx="1377177" cy="1377177"/>
      </dsp:txXfrm>
    </dsp:sp>
    <dsp:sp modelId="{CBB312E0-6078-40DF-9AB7-A49EACECA0B4}">
      <dsp:nvSpPr>
        <dsp:cNvPr id="0" name=""/>
        <dsp:cNvSpPr/>
      </dsp:nvSpPr>
      <dsp:spPr>
        <a:xfrm rot="2558555">
          <a:off x="1927404" y="1705633"/>
          <a:ext cx="63623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623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75468E-D03D-42A2-A2CB-1F085CE22331}">
      <dsp:nvSpPr>
        <dsp:cNvPr id="0" name=""/>
        <dsp:cNvSpPr/>
      </dsp:nvSpPr>
      <dsp:spPr>
        <a:xfrm rot="8241445">
          <a:off x="4464960" y="1705633"/>
          <a:ext cx="63623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36239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527A21-B717-4530-B9CD-6752BB82A6C3}">
      <dsp:nvSpPr>
        <dsp:cNvPr id="0" name=""/>
        <dsp:cNvSpPr/>
      </dsp:nvSpPr>
      <dsp:spPr>
        <a:xfrm>
          <a:off x="2479530" y="1921135"/>
          <a:ext cx="227649" cy="0"/>
        </a:xfrm>
        <a:prstGeom prst="line">
          <a:avLst/>
        </a:pr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297B84-6B4E-4B88-8E53-AB15BFAC7E08}">
      <dsp:nvSpPr>
        <dsp:cNvPr id="0" name=""/>
        <dsp:cNvSpPr/>
      </dsp:nvSpPr>
      <dsp:spPr>
        <a:xfrm>
          <a:off x="2707180" y="1436862"/>
          <a:ext cx="1614243" cy="96854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kern="1200" dirty="0">
              <a:solidFill>
                <a:schemeClr val="tx1"/>
              </a:solidFill>
            </a:rPr>
            <a:t>Objetivo: Corrección en servicios de voz.</a:t>
          </a:r>
          <a:endParaRPr lang="es-MX" sz="1200" b="0" kern="1200" dirty="0">
            <a:solidFill>
              <a:schemeClr val="tx1"/>
            </a:solidFill>
          </a:endParaRPr>
        </a:p>
      </dsp:txBody>
      <dsp:txXfrm>
        <a:off x="2707180" y="1436862"/>
        <a:ext cx="1614243" cy="968546"/>
      </dsp:txXfrm>
    </dsp:sp>
    <dsp:sp modelId="{CD6A4DA8-88E5-45F4-968F-6B0206C0D0D7}">
      <dsp:nvSpPr>
        <dsp:cNvPr id="0" name=""/>
        <dsp:cNvSpPr/>
      </dsp:nvSpPr>
      <dsp:spPr>
        <a:xfrm>
          <a:off x="4321423" y="1921135"/>
          <a:ext cx="227649" cy="0"/>
        </a:xfrm>
        <a:prstGeom prst="line">
          <a:avLst/>
        </a:pr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914BB4-B361-4F9D-9EA4-8C151EA385AA}">
      <dsp:nvSpPr>
        <dsp:cNvPr id="0" name=""/>
        <dsp:cNvSpPr/>
      </dsp:nvSpPr>
      <dsp:spPr>
        <a:xfrm>
          <a:off x="5074931" y="463051"/>
          <a:ext cx="1947621" cy="1947621"/>
        </a:xfrm>
        <a:prstGeom prst="ellipse">
          <a:avLst/>
        </a:prstGeom>
        <a:solidFill>
          <a:schemeClr val="accent1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200" kern="1200" dirty="0"/>
        </a:p>
      </dsp:txBody>
      <dsp:txXfrm>
        <a:off x="5360153" y="748273"/>
        <a:ext cx="1377177" cy="1377177"/>
      </dsp:txXfrm>
    </dsp:sp>
    <dsp:sp modelId="{D847445D-6D75-4F82-8CE5-6746DA6AA238}">
      <dsp:nvSpPr>
        <dsp:cNvPr id="0" name=""/>
        <dsp:cNvSpPr/>
      </dsp:nvSpPr>
      <dsp:spPr>
        <a:xfrm rot="19060719">
          <a:off x="6973274" y="905336"/>
          <a:ext cx="12659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6596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5C206D-50E5-4293-A6AE-2C79231A15B1}">
      <dsp:nvSpPr>
        <dsp:cNvPr id="0" name=""/>
        <dsp:cNvSpPr/>
      </dsp:nvSpPr>
      <dsp:spPr>
        <a:xfrm>
          <a:off x="8074269" y="479157"/>
          <a:ext cx="227649" cy="0"/>
        </a:xfrm>
        <a:prstGeom prst="line">
          <a:avLst/>
        </a:pr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D12B5-84A4-4536-AE00-592A8E229B3F}">
      <dsp:nvSpPr>
        <dsp:cNvPr id="0" name=""/>
        <dsp:cNvSpPr/>
      </dsp:nvSpPr>
      <dsp:spPr>
        <a:xfrm>
          <a:off x="8301918" y="305"/>
          <a:ext cx="1614243" cy="957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LLAMADAS ROBOTIZADAS</a:t>
          </a:r>
          <a:endParaRPr lang="es-MX" sz="1700" kern="1200"/>
        </a:p>
      </dsp:txBody>
      <dsp:txXfrm>
        <a:off x="8301918" y="305"/>
        <a:ext cx="1614243" cy="957704"/>
      </dsp:txXfrm>
    </dsp:sp>
    <dsp:sp modelId="{EC4F27C0-A429-4972-BCC2-C655EA70B027}">
      <dsp:nvSpPr>
        <dsp:cNvPr id="0" name=""/>
        <dsp:cNvSpPr/>
      </dsp:nvSpPr>
      <dsp:spPr>
        <a:xfrm>
          <a:off x="7138241" y="1436862"/>
          <a:ext cx="93602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36027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94F2A2-16EF-4924-9871-832E2E0FEDC0}">
      <dsp:nvSpPr>
        <dsp:cNvPr id="0" name=""/>
        <dsp:cNvSpPr/>
      </dsp:nvSpPr>
      <dsp:spPr>
        <a:xfrm>
          <a:off x="8074269" y="1436862"/>
          <a:ext cx="227649" cy="0"/>
        </a:xfrm>
        <a:prstGeom prst="line">
          <a:avLst/>
        </a:pr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614D01-8F21-4114-8B29-6E94F0C2D59F}">
      <dsp:nvSpPr>
        <dsp:cNvPr id="0" name=""/>
        <dsp:cNvSpPr/>
      </dsp:nvSpPr>
      <dsp:spPr>
        <a:xfrm>
          <a:off x="8301918" y="958009"/>
          <a:ext cx="1614243" cy="957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LLAMADAS SIN AUDIO</a:t>
          </a:r>
          <a:endParaRPr lang="es-MX" sz="1700" kern="1200"/>
        </a:p>
      </dsp:txBody>
      <dsp:txXfrm>
        <a:off x="8301918" y="958009"/>
        <a:ext cx="1614243" cy="957704"/>
      </dsp:txXfrm>
    </dsp:sp>
    <dsp:sp modelId="{88F8573C-F240-4C10-B612-56814DAE855D}">
      <dsp:nvSpPr>
        <dsp:cNvPr id="0" name=""/>
        <dsp:cNvSpPr/>
      </dsp:nvSpPr>
      <dsp:spPr>
        <a:xfrm rot="2539281">
          <a:off x="6973274" y="1968387"/>
          <a:ext cx="126596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65961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ED0FEF-8AD2-4926-BDF0-77DECB682D12}">
      <dsp:nvSpPr>
        <dsp:cNvPr id="0" name=""/>
        <dsp:cNvSpPr/>
      </dsp:nvSpPr>
      <dsp:spPr>
        <a:xfrm>
          <a:off x="8074269" y="2394566"/>
          <a:ext cx="227649" cy="0"/>
        </a:xfrm>
        <a:prstGeom prst="line">
          <a:avLst/>
        </a:pr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4D26FD-D386-4E74-BD16-D1F07264CF20}">
      <dsp:nvSpPr>
        <dsp:cNvPr id="0" name=""/>
        <dsp:cNvSpPr/>
      </dsp:nvSpPr>
      <dsp:spPr>
        <a:xfrm>
          <a:off x="8301918" y="1915714"/>
          <a:ext cx="1614243" cy="95770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LLAMADAS ENTRE CORTADAS</a:t>
          </a:r>
          <a:endParaRPr lang="es-MX" sz="1700" kern="1200"/>
        </a:p>
      </dsp:txBody>
      <dsp:txXfrm>
        <a:off x="8301918" y="1915714"/>
        <a:ext cx="1614243" cy="95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AEBCB-77AE-3947-DAFE-E11764415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060100-9C42-0649-95EA-2C6A60C43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E43AC1-59D3-C020-28BD-4FD9EAE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8613F9-298C-1D27-4CD0-E3B2DE35E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CEDA39-A900-1D2A-7E06-D350C264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0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A8F01-8D42-AF83-B476-2A96AC3E4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D0287-F64C-20D2-A2B2-D3581B87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009B8B-76C6-3C34-8FE0-4063A4150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81B79-B9E5-9988-C9A3-B95987B27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C72F02-4D3E-3CC5-9548-6C9DA860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89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75648-D039-3040-A764-03C341A7C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782B61-9717-06A9-1923-D210F9EA3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F35E7D-B277-CCE3-EFFF-1A25CCEE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170A60-0FB1-326F-05C1-500B36F4D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29302E-F88C-5973-6BA4-49B6CEFD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15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BB000C-192C-16B1-853A-6C1680C4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F94F5A-3797-AFDB-AD93-277D77FBF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A46986-3203-1930-DAC0-2B19FD4D9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7AACD9-AB02-234F-B018-649B8D330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CFE048-E861-1990-7002-30B60E29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8534C2-7D2E-FB21-4911-C5A72459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484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26052-3815-E96F-C269-EDB173AE9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248E94-96E8-A319-57AD-25089BA0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3879C4-EC34-4C21-F1F2-3295DB639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9E4D9D-30AE-21C7-114E-ABC7E7844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C95477E-6913-D2CB-1AF2-E7327AB2C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981512-866C-1057-6ACB-AF2A610E0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6EFABF-7DD2-CCCE-1D59-9C3E8A8A6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5B63F5D-3551-4979-ABFB-48C67E02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47409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08B3C-2C64-B2F5-BD6A-10C48312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CDB8BF-F20C-39A7-ED4D-F41D595D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C43775-8745-D36C-3A26-426779D17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A93BE5-D997-EBA1-F62C-569BEAC0D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2741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D597E7-DC90-EE5C-440D-78B4F0310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BA9371-620B-1527-3327-8FC82943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E19AF2-3C47-9D92-14FF-00BB426B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26236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CCCEA-15D8-4207-8608-35E3E249C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4AA9F5-9F46-9790-89AD-395AF262A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5C0C8E-7DB7-38E4-B1EF-8D83C968C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CDD8E9-C114-E897-E49D-278E8B48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8E5CDD-5A5F-E61E-8142-937A21F7C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1FF069-1AF7-66C2-4F73-4055D8A8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411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9892A-2223-C1CC-5B43-0B5F39032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4B04B27-91CC-167B-F6B6-8D560D466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95C6DDE-3DE3-BC02-01A2-C31FEDBCC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96394A-DFA3-E5FE-9510-CDF0BE3EA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B8D1D0-A4C1-459D-AC9C-F6B04FC1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57D476-1950-7D45-D317-52EAF530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09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244AC-47B8-9F00-6064-83B31D9E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ED0CAD-A7A3-FBCE-80E9-E2E0C1C6F0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9D75CD-997B-5463-8167-A6657F446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BED45B-074C-D181-B4A7-09822390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9204E-D9E8-36DC-21EC-5B34C2437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6712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E347D5-1160-D389-8BCD-E4ECF5CDB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17E2D2-20B6-8CC3-8D89-DE4708136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D432C1-BFCC-4AE6-E9B8-E6E6ABA6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6DF496-3E2F-0F32-796D-9D5BD7043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CF8B22-C57D-BA08-2FB2-9C03BB7E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753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A705F7-0FC9-C3FC-ECA0-A2C6F906F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99E9F9-902C-F807-4A6F-085EF2E21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1BF9EE-2B86-E611-A858-0CD89555A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147D82-03E2-4ABB-B210-83EB3CC335DD}" type="datetimeFigureOut">
              <a:rPr lang="es-MX" smtClean="0"/>
              <a:t>10/07/2025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52822A-AF35-B973-7033-4F0D4ACE0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42E941-5762-7C30-857A-2EE795779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30329-FFB3-480E-AF7B-9459D10ECA5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499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8AA5-8870-9E24-FB87-158E0D32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357A0FA-7B53-CE66-54C5-03427F126D36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E52769-981B-CAE0-3788-B434A9ABE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C82401E-53DE-F295-D1CC-A9F55520C602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C5B7A75-51F2-B48F-8C72-CC9D7AE83790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C5AFBFE-6AFF-D984-BF5D-6B445145F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29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E0386871-99DE-F08B-541E-A4300D054400}"/>
              </a:ext>
            </a:extLst>
          </p:cNvPr>
          <p:cNvSpPr/>
          <p:nvPr/>
        </p:nvSpPr>
        <p:spPr>
          <a:xfrm>
            <a:off x="0" y="-9846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56F2680-D7DB-2C5B-06F8-72989E86E762}"/>
              </a:ext>
            </a:extLst>
          </p:cNvPr>
          <p:cNvSpPr/>
          <p:nvPr/>
        </p:nvSpPr>
        <p:spPr>
          <a:xfrm>
            <a:off x="0" y="6844761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13D9BA56-E838-5C29-E295-793FBDEEFD15}"/>
              </a:ext>
            </a:extLst>
          </p:cNvPr>
          <p:cNvGrpSpPr/>
          <p:nvPr/>
        </p:nvGrpSpPr>
        <p:grpSpPr>
          <a:xfrm>
            <a:off x="49398" y="895787"/>
            <a:ext cx="2141308" cy="3059011"/>
            <a:chOff x="1" y="-1"/>
            <a:chExt cx="2141308" cy="3059011"/>
          </a:xfrm>
          <a:solidFill>
            <a:schemeClr val="accent1"/>
          </a:solidFill>
        </p:grpSpPr>
        <p:sp>
          <p:nvSpPr>
            <p:cNvPr id="10" name="Flecha: cheurón 9">
              <a:extLst>
                <a:ext uri="{FF2B5EF4-FFF2-40B4-BE49-F238E27FC236}">
                  <a16:creationId xmlns:a16="http://schemas.microsoft.com/office/drawing/2014/main" id="{EB21091B-5688-7431-CE30-6D3ECAC949B5}"/>
                </a:ext>
              </a:extLst>
            </p:cNvPr>
            <p:cNvSpPr/>
            <p:nvPr/>
          </p:nvSpPr>
          <p:spPr>
            <a:xfrm rot="5400000">
              <a:off x="-458851" y="458851"/>
              <a:ext cx="3059011" cy="2141307"/>
            </a:xfrm>
            <a:prstGeom prst="chevron">
              <a:avLst/>
            </a:prstGeom>
            <a:grpFill/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4" name="Flecha: cheurón 4">
              <a:extLst>
                <a:ext uri="{FF2B5EF4-FFF2-40B4-BE49-F238E27FC236}">
                  <a16:creationId xmlns:a16="http://schemas.microsoft.com/office/drawing/2014/main" id="{ED63CFF6-AA12-5920-FC41-D1079DCF8C70}"/>
                </a:ext>
              </a:extLst>
            </p:cNvPr>
            <p:cNvSpPr txBox="1"/>
            <p:nvPr/>
          </p:nvSpPr>
          <p:spPr>
            <a:xfrm>
              <a:off x="2" y="1070653"/>
              <a:ext cx="2141307" cy="91770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795" tIns="10795" rIns="10795" bIns="10795" numCol="1" spcCol="1270" anchor="ctr" anchorCtr="0">
              <a:noAutofit/>
            </a:bodyPr>
            <a:lstStyle/>
            <a:p>
              <a:pPr lvl="0" algn="ctr"/>
              <a:r>
                <a:rPr lang="es-ES" sz="1600" dirty="0"/>
                <a:t>OBJETIVO:   Corrección en los siguientes         escenarios.</a:t>
              </a:r>
              <a:endParaRPr lang="es-MX" sz="1600" dirty="0"/>
            </a:p>
          </p:txBody>
        </p:sp>
      </p:grpSp>
      <p:sp>
        <p:nvSpPr>
          <p:cNvPr id="15" name="Título 1">
            <a:extLst>
              <a:ext uri="{FF2B5EF4-FFF2-40B4-BE49-F238E27FC236}">
                <a16:creationId xmlns:a16="http://schemas.microsoft.com/office/drawing/2014/main" id="{7A85B270-8BD0-FFE1-EE0C-30CBC1B0D6A9}"/>
              </a:ext>
            </a:extLst>
          </p:cNvPr>
          <p:cNvSpPr txBox="1">
            <a:spLocks/>
          </p:cNvSpPr>
          <p:nvPr/>
        </p:nvSpPr>
        <p:spPr>
          <a:xfrm>
            <a:off x="8089625" y="950576"/>
            <a:ext cx="2734917" cy="174577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APN</a:t>
            </a:r>
            <a:br>
              <a:rPr lang="es-ES" dirty="0"/>
            </a:br>
            <a:r>
              <a:rPr lang="es-ES" sz="2000" dirty="0"/>
              <a:t>(Nombres de Punto de Acceso)</a:t>
            </a:r>
            <a:endParaRPr lang="es-MX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34ABBDE-2DB0-2070-F471-AD434BA26281}"/>
              </a:ext>
            </a:extLst>
          </p:cNvPr>
          <p:cNvSpPr txBox="1"/>
          <p:nvPr/>
        </p:nvSpPr>
        <p:spPr>
          <a:xfrm>
            <a:off x="2356513" y="3050194"/>
            <a:ext cx="8871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Configuraciones:</a:t>
            </a:r>
          </a:p>
          <a:p>
            <a:endParaRPr lang="es-ES" dirty="0"/>
          </a:p>
          <a:p>
            <a:r>
              <a:rPr lang="es-ES" dirty="0"/>
              <a:t>	 Conexiones-Redes Móviles-Nombre de Puntos de Acceso ( Nuevo APN ) </a:t>
            </a:r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54B42A8-7C4C-1089-CBDD-99ABA311CCFD}"/>
              </a:ext>
            </a:extLst>
          </p:cNvPr>
          <p:cNvSpPr txBox="1"/>
          <p:nvPr/>
        </p:nvSpPr>
        <p:spPr>
          <a:xfrm>
            <a:off x="2900675" y="4080437"/>
            <a:ext cx="34528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Nombre:</a:t>
            </a:r>
          </a:p>
          <a:p>
            <a:r>
              <a:rPr lang="es-ES" dirty="0"/>
              <a:t>	INTERNET</a:t>
            </a:r>
          </a:p>
          <a:p>
            <a:endParaRPr lang="es-ES" dirty="0"/>
          </a:p>
          <a:p>
            <a:r>
              <a:rPr lang="es-ES" dirty="0"/>
              <a:t>APN:</a:t>
            </a:r>
          </a:p>
          <a:p>
            <a:r>
              <a:rPr lang="es-ES" dirty="0"/>
              <a:t>	</a:t>
            </a:r>
            <a:r>
              <a:rPr lang="es-ES"/>
              <a:t>internet.wm.</a:t>
            </a:r>
            <a:r>
              <a:rPr lang="es-ES" dirty="0"/>
              <a:t>com</a:t>
            </a:r>
            <a:endParaRPr lang="es-MX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603C40B-2BB7-41AB-B8CB-1D19BAF0D9BF}"/>
              </a:ext>
            </a:extLst>
          </p:cNvPr>
          <p:cNvGrpSpPr/>
          <p:nvPr/>
        </p:nvGrpSpPr>
        <p:grpSpPr>
          <a:xfrm>
            <a:off x="2259450" y="904211"/>
            <a:ext cx="4094122" cy="1988357"/>
            <a:chOff x="2141308" y="0"/>
            <a:chExt cx="4094122" cy="1988357"/>
          </a:xfrm>
        </p:grpSpPr>
        <p:sp>
          <p:nvSpPr>
            <p:cNvPr id="22" name="Rectángulo: esquinas superiores redondeadas 21">
              <a:extLst>
                <a:ext uri="{FF2B5EF4-FFF2-40B4-BE49-F238E27FC236}">
                  <a16:creationId xmlns:a16="http://schemas.microsoft.com/office/drawing/2014/main" id="{970C0F2E-1058-2BA0-1E42-3C1AE4E23CDF}"/>
                </a:ext>
              </a:extLst>
            </p:cNvPr>
            <p:cNvSpPr/>
            <p:nvPr/>
          </p:nvSpPr>
          <p:spPr>
            <a:xfrm rot="5400000">
              <a:off x="3194190" y="-1052882"/>
              <a:ext cx="1988357" cy="4094122"/>
            </a:xfrm>
            <a:prstGeom prst="round2SameRect">
              <a:avLst/>
            </a:pr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3" name="Rectángulo: esquinas superiores redondeadas 4">
              <a:extLst>
                <a:ext uri="{FF2B5EF4-FFF2-40B4-BE49-F238E27FC236}">
                  <a16:creationId xmlns:a16="http://schemas.microsoft.com/office/drawing/2014/main" id="{6861C49B-2D8E-DDAC-4EA6-3648DDFBE13C}"/>
                </a:ext>
              </a:extLst>
            </p:cNvPr>
            <p:cNvSpPr txBox="1"/>
            <p:nvPr/>
          </p:nvSpPr>
          <p:spPr>
            <a:xfrm>
              <a:off x="2141308" y="97064"/>
              <a:ext cx="3997058" cy="17942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6248" tIns="18415" rIns="18415" bIns="18415" numCol="1" spcCol="1270" anchor="ctr" anchorCtr="0">
              <a:noAutofit/>
            </a:bodyPr>
            <a:lstStyle/>
            <a:p>
              <a:pPr marL="285750" lvl="1" indent="-28575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2900" kern="1200" dirty="0"/>
                <a:t>NAVEGACION LENTA</a:t>
              </a:r>
              <a:endParaRPr lang="es-MX" sz="2900" kern="1200" dirty="0"/>
            </a:p>
            <a:p>
              <a:pPr marL="285750" lvl="1" indent="-28575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2900" kern="1200" dirty="0"/>
                <a:t>SIN NAVEGACION</a:t>
              </a:r>
              <a:endParaRPr lang="es-MX" sz="2900" kern="1200" dirty="0"/>
            </a:p>
            <a:p>
              <a:pPr marL="285750" lvl="1" indent="-285750" algn="l" defTabSz="12890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s-ES" sz="2900" kern="1200" dirty="0"/>
                <a:t>NAVEGACION INTERMITENTE</a:t>
              </a:r>
              <a:endParaRPr lang="es-MX" sz="2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869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F10BF-B80B-5ADF-D7DD-16F363B6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DB13320-59FE-A593-C307-D1D774C586D9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D944B68-D31D-1272-A363-5FA9DAB45F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0C1A6DC-EAFA-57A5-049A-71C2D03210B3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2F3C63C-640A-6500-6E47-D236F7C54B13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C95AA1-9062-F0C2-CAD9-21EF857359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81AD9118-5E8B-5278-BA3A-B97B0BC0EC57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4DC5BBE-286B-25C0-4D95-ACE15AA96314}"/>
              </a:ext>
            </a:extLst>
          </p:cNvPr>
          <p:cNvSpPr/>
          <p:nvPr/>
        </p:nvSpPr>
        <p:spPr>
          <a:xfrm>
            <a:off x="0" y="6471821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5AA9AE36-FF38-5D31-43D1-F3EABF02B10A}"/>
              </a:ext>
            </a:extLst>
          </p:cNvPr>
          <p:cNvGraphicFramePr/>
          <p:nvPr/>
        </p:nvGraphicFramePr>
        <p:xfrm>
          <a:off x="153702" y="691327"/>
          <a:ext cx="9922213" cy="2873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72E6A968-E46A-A82F-8C3E-574ED587A0B0}"/>
              </a:ext>
            </a:extLst>
          </p:cNvPr>
          <p:cNvSpPr txBox="1"/>
          <p:nvPr/>
        </p:nvSpPr>
        <p:spPr>
          <a:xfrm>
            <a:off x="579127" y="3199545"/>
            <a:ext cx="8447277" cy="921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Configuraciones:</a:t>
            </a:r>
          </a:p>
          <a:p>
            <a:endParaRPr lang="es-ES" dirty="0"/>
          </a:p>
          <a:p>
            <a:r>
              <a:rPr lang="es-ES" dirty="0"/>
              <a:t>	Conexiones-Redes Móviles-Nombre de Puntos de Acceso ( Nuevo APN )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3107709-1D5C-C4FF-D451-FF59BA3FCFFB}"/>
              </a:ext>
            </a:extLst>
          </p:cNvPr>
          <p:cNvSpPr txBox="1"/>
          <p:nvPr/>
        </p:nvSpPr>
        <p:spPr>
          <a:xfrm>
            <a:off x="1200077" y="4245067"/>
            <a:ext cx="344359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/>
              <a:t>Nombre: 	IMS</a:t>
            </a:r>
          </a:p>
          <a:p>
            <a:endParaRPr lang="fr-FR" sz="1500" b="1" dirty="0"/>
          </a:p>
          <a:p>
            <a:r>
              <a:rPr lang="fr-FR" sz="1500" b="1" dirty="0"/>
              <a:t>APN: 	</a:t>
            </a:r>
            <a:r>
              <a:rPr lang="fr-FR" sz="1500" b="1" dirty="0" err="1"/>
              <a:t>ims</a:t>
            </a:r>
            <a:endParaRPr lang="fr-FR" sz="1500" b="1" dirty="0"/>
          </a:p>
          <a:p>
            <a:endParaRPr lang="fr-FR" sz="1500" b="1" dirty="0"/>
          </a:p>
          <a:p>
            <a:r>
              <a:rPr lang="fr-FR" sz="1500" b="1" dirty="0"/>
              <a:t>MCC:	334</a:t>
            </a:r>
          </a:p>
          <a:p>
            <a:endParaRPr lang="fr-FR" sz="1500" b="1" dirty="0"/>
          </a:p>
          <a:p>
            <a:r>
              <a:rPr lang="fr-FR" sz="1500" b="1" dirty="0"/>
              <a:t>MNC:	140</a:t>
            </a:r>
          </a:p>
          <a:p>
            <a:endParaRPr lang="fr-FR" sz="1500" b="1" dirty="0"/>
          </a:p>
          <a:p>
            <a:endParaRPr lang="es-MX" sz="1500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F5F785-7F56-0746-7013-E2E72FA374A2}"/>
              </a:ext>
            </a:extLst>
          </p:cNvPr>
          <p:cNvSpPr txBox="1"/>
          <p:nvPr/>
        </p:nvSpPr>
        <p:spPr>
          <a:xfrm>
            <a:off x="4374204" y="4207609"/>
            <a:ext cx="344359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500" b="1" dirty="0"/>
              <a:t>Tipo de autentificación:  PAP</a:t>
            </a:r>
          </a:p>
          <a:p>
            <a:endParaRPr lang="es-MX" sz="1500" b="1" dirty="0"/>
          </a:p>
          <a:p>
            <a:r>
              <a:rPr lang="es-MX" sz="1500" b="1" dirty="0"/>
              <a:t>Tipo de APN:  </a:t>
            </a:r>
            <a:r>
              <a:rPr lang="es-MX" sz="1500" b="1" dirty="0" err="1"/>
              <a:t>ims</a:t>
            </a:r>
            <a:endParaRPr lang="es-MX" sz="1500" b="1" dirty="0"/>
          </a:p>
          <a:p>
            <a:endParaRPr lang="es-MX" sz="1500" b="1" dirty="0"/>
          </a:p>
          <a:p>
            <a:r>
              <a:rPr lang="es-MX" sz="1500" b="1" dirty="0"/>
              <a:t>Protocolo de APN:  IPv4/ IPv6</a:t>
            </a:r>
          </a:p>
          <a:p>
            <a:endParaRPr lang="es-MX" sz="1500" b="1" dirty="0"/>
          </a:p>
          <a:p>
            <a:r>
              <a:rPr lang="es-MX" sz="1500" b="1" dirty="0"/>
              <a:t>Protocolo de Roaming: IPv4/ IPv6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CA77609-FEC5-E1EF-E1D7-4066C7D1B5FA}"/>
              </a:ext>
            </a:extLst>
          </p:cNvPr>
          <p:cNvSpPr txBox="1"/>
          <p:nvPr/>
        </p:nvSpPr>
        <p:spPr>
          <a:xfrm>
            <a:off x="5592135" y="1769183"/>
            <a:ext cx="136166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</a:rPr>
              <a:t>SIN LLAMADAS ENTRANTES // SALIENTES</a:t>
            </a:r>
            <a:endParaRPr lang="es-MX" sz="1200" b="1" dirty="0">
              <a:solidFill>
                <a:schemeClr val="bg1"/>
              </a:solidFill>
            </a:endParaRP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140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F4747-3427-717A-9908-BE7BEDB54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E1AD648-482A-3C9A-25E9-9A1BBA5032F5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8CE14B1-0681-B994-4ED9-0CF569EA9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1087892-CA92-D340-5765-7ADBC720CCD8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8ACE978-5BAD-15AB-744A-A89BE967DB2E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5D29825-7485-9725-ADB2-70FE53C5B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29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956C9E26-7949-8DE3-1532-502098B9F1F7}"/>
              </a:ext>
            </a:extLst>
          </p:cNvPr>
          <p:cNvSpPr/>
          <p:nvPr/>
        </p:nvSpPr>
        <p:spPr>
          <a:xfrm>
            <a:off x="0" y="-9846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B443A4-A38E-9720-BFE0-9F53F0938D17}"/>
              </a:ext>
            </a:extLst>
          </p:cNvPr>
          <p:cNvSpPr/>
          <p:nvPr/>
        </p:nvSpPr>
        <p:spPr>
          <a:xfrm>
            <a:off x="0" y="6844450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1B9748F-0830-55D2-E497-07ECC0E94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49" y="998794"/>
            <a:ext cx="2656800" cy="576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8F96ED31-6A78-F9C9-FD68-6DCA5F214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498" y="982301"/>
            <a:ext cx="2656800" cy="576000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E9EB99F1-93DC-1885-97E9-E3DC97A23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147" y="972455"/>
            <a:ext cx="2656800" cy="5760000"/>
          </a:xfrm>
          <a:prstGeom prst="rect">
            <a:avLst/>
          </a:prstGeom>
        </p:spPr>
      </p:pic>
      <p:sp>
        <p:nvSpPr>
          <p:cNvPr id="30" name="CuadroTexto 29">
            <a:extLst>
              <a:ext uri="{FF2B5EF4-FFF2-40B4-BE49-F238E27FC236}">
                <a16:creationId xmlns:a16="http://schemas.microsoft.com/office/drawing/2014/main" id="{8B220A39-BCC5-D5F1-AC24-B8F8F5AED5D2}"/>
              </a:ext>
            </a:extLst>
          </p:cNvPr>
          <p:cNvSpPr txBox="1"/>
          <p:nvPr/>
        </p:nvSpPr>
        <p:spPr>
          <a:xfrm>
            <a:off x="8733797" y="998794"/>
            <a:ext cx="334224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Para realizar la configuración de su dispositivo por favor siga esta ruta:</a:t>
            </a:r>
          </a:p>
          <a:p>
            <a:endParaRPr lang="es-MX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MX" dirty="0"/>
              <a:t>Ingrese al menu de ajustes.</a:t>
            </a:r>
            <a:br>
              <a:rPr lang="es-MX" dirty="0"/>
            </a:br>
            <a:endParaRPr lang="es-MX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MX" dirty="0"/>
              <a:t>Seleccione “Redes Móviles”.</a:t>
            </a:r>
            <a:br>
              <a:rPr lang="es-MX" dirty="0"/>
            </a:br>
            <a:endParaRPr lang="es-MX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MX" dirty="0"/>
              <a:t>Valide que las opciones “Roaming de datos”, “Llamadas VoLTE” estén activas.</a:t>
            </a:r>
            <a:br>
              <a:rPr lang="es-MX" dirty="0"/>
            </a:br>
            <a:endParaRPr lang="es-MX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s-MX" dirty="0"/>
              <a:t>Seleccione el Modo de Red: “4G Preferida </a:t>
            </a:r>
            <a:r>
              <a:rPr lang="es-MX" dirty="0" err="1"/>
              <a:t>ó</a:t>
            </a:r>
            <a:r>
              <a:rPr lang="es-MX" dirty="0"/>
              <a:t> LTE”.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2081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B93C-9C1E-BD28-FD31-A1CBD892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9031150-41E8-956F-E185-D40F90EB2E8B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55F1F8-E32D-54D5-C7F8-81F8EA289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8E1711E-6903-61D2-415E-2A93DDDD2197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5445B68-7BAD-FAA1-A0D6-FE9A486FC016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540A4A2-8A72-4C00-6EF0-9673B0EFA7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29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4C923B49-58EC-A833-A243-728677064C2B}"/>
              </a:ext>
            </a:extLst>
          </p:cNvPr>
          <p:cNvSpPr/>
          <p:nvPr/>
        </p:nvSpPr>
        <p:spPr>
          <a:xfrm>
            <a:off x="0" y="-9846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B3FB687-E14C-47A1-D70B-2420AFD976D7}"/>
              </a:ext>
            </a:extLst>
          </p:cNvPr>
          <p:cNvSpPr/>
          <p:nvPr/>
        </p:nvSpPr>
        <p:spPr>
          <a:xfrm>
            <a:off x="0" y="6844450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610C232-1C0F-AFDB-2724-94A746FCE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10" y="1001142"/>
            <a:ext cx="2656800" cy="57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20EA95E-7018-43C9-FDD8-0F87543A0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928" y="1018820"/>
            <a:ext cx="2656800" cy="5760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1D6F0926-0DE7-BBD6-FF50-F8317187BB0C}"/>
              </a:ext>
            </a:extLst>
          </p:cNvPr>
          <p:cNvSpPr txBox="1"/>
          <p:nvPr/>
        </p:nvSpPr>
        <p:spPr>
          <a:xfrm>
            <a:off x="6698276" y="1018820"/>
            <a:ext cx="37442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Ingrese a la Opción “Nombres de punto de acceso”</a:t>
            </a:r>
            <a:br>
              <a:rPr lang="es-MX" dirty="0"/>
            </a:b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Seleccione el menu vertical y seleccione “Reestablecer valores predeterminados”.</a:t>
            </a:r>
            <a:br>
              <a:rPr lang="es-MX" dirty="0"/>
            </a:b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Una vez se aplique el restablecimiento su dispositivo enviara el mensaje de confirmación.</a:t>
            </a:r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3871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601C1-777A-E6E1-E0D1-C6F39844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DC81A70-A658-13C6-D4AD-75D63B75CFC9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3E9F50-22ED-1B75-A364-F895EDC28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07A494B-575F-8D0B-8AFE-316BD0D83527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EC04CCF-B325-8CF3-A695-FBC238F34470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0A3CAD4-7DC2-9801-9AF4-DB8DA5E76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29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BAFEE119-7EF2-3A57-A0AA-A87661BE2419}"/>
              </a:ext>
            </a:extLst>
          </p:cNvPr>
          <p:cNvSpPr/>
          <p:nvPr/>
        </p:nvSpPr>
        <p:spPr>
          <a:xfrm>
            <a:off x="0" y="-9846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9E4423D-57A4-7F1E-95E7-39E964181B17}"/>
              </a:ext>
            </a:extLst>
          </p:cNvPr>
          <p:cNvSpPr/>
          <p:nvPr/>
        </p:nvSpPr>
        <p:spPr>
          <a:xfrm>
            <a:off x="0" y="6844450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3A8F06-7B0F-85FC-A742-C90195D6B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059" y="994007"/>
            <a:ext cx="2656800" cy="57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0DED03F-D45D-5480-84C6-173EF81F9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88" y="994007"/>
            <a:ext cx="2656800" cy="5760000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B4DF6282-B802-1991-E59B-C9879308FFB2}"/>
              </a:ext>
            </a:extLst>
          </p:cNvPr>
          <p:cNvSpPr txBox="1"/>
          <p:nvPr/>
        </p:nvSpPr>
        <p:spPr>
          <a:xfrm>
            <a:off x="6753546" y="1034138"/>
            <a:ext cx="3200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Seleccione el Punto de acceso para editarlo o “añada” uno nuevo:</a:t>
            </a:r>
            <a:br>
              <a:rPr lang="es-MX" dirty="0"/>
            </a:b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Ingrese los siguientes datos:</a:t>
            </a:r>
            <a:br>
              <a:rPr lang="es-MX" dirty="0"/>
            </a:br>
            <a:r>
              <a:rPr lang="es-MX" dirty="0"/>
              <a:t>Nombre: </a:t>
            </a:r>
            <a:r>
              <a:rPr lang="es-MX" b="1" dirty="0"/>
              <a:t>Internet</a:t>
            </a:r>
            <a:br>
              <a:rPr lang="es-MX" b="1" dirty="0"/>
            </a:br>
            <a:r>
              <a:rPr lang="es-MX" dirty="0"/>
              <a:t>APN: </a:t>
            </a:r>
            <a:r>
              <a:rPr lang="es-MX" b="1" dirty="0">
                <a:solidFill>
                  <a:srgbClr val="0070C0"/>
                </a:solidFill>
              </a:rPr>
              <a:t>internet.wm.com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Seleccione el menu vertical y despues “Guardar”.</a:t>
            </a:r>
          </a:p>
        </p:txBody>
      </p:sp>
    </p:spTree>
    <p:extLst>
      <p:ext uri="{BB962C8B-B14F-4D97-AF65-F5344CB8AC3E}">
        <p14:creationId xmlns:p14="http://schemas.microsoft.com/office/powerpoint/2010/main" val="146049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3E4E-E4B4-ED0C-DDE5-7AC33C2F7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2BC62C3-4C0D-E964-DF24-0D268ACA536E}"/>
              </a:ext>
            </a:extLst>
          </p:cNvPr>
          <p:cNvSpPr/>
          <p:nvPr/>
        </p:nvSpPr>
        <p:spPr>
          <a:xfrm>
            <a:off x="0" y="0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16B1A0-5C8F-130C-5F8F-71B8C2FF6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0292" y="53931"/>
            <a:ext cx="1983166" cy="6373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2580654-123F-6C53-2149-8E6BB03D2D23}"/>
              </a:ext>
            </a:extLst>
          </p:cNvPr>
          <p:cNvSpPr/>
          <p:nvPr/>
        </p:nvSpPr>
        <p:spPr>
          <a:xfrm>
            <a:off x="0" y="6463397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CE1A21-E7EF-5808-AAA9-D5C0AA715DE3}"/>
              </a:ext>
            </a:extLst>
          </p:cNvPr>
          <p:cNvSpPr txBox="1"/>
          <p:nvPr/>
        </p:nvSpPr>
        <p:spPr>
          <a:xfrm>
            <a:off x="9720364" y="647182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>
                    <a:lumMod val="20000"/>
                    <a:lumOff val="80000"/>
                  </a:schemeClr>
                </a:solidFill>
                <a:latin typeface="Candara" panose="020E0502030303020204" pitchFamily="34" charset="0"/>
              </a:rPr>
              <a:t>www.addinteli.com.mx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B824D1CE-4FBD-A766-4841-0107FEE6A2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29"/>
            <a:ext cx="12192000" cy="68580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FA0DE964-F65B-567C-20E7-463A9172D4B3}"/>
              </a:ext>
            </a:extLst>
          </p:cNvPr>
          <p:cNvSpPr/>
          <p:nvPr/>
        </p:nvSpPr>
        <p:spPr>
          <a:xfrm>
            <a:off x="0" y="-9846"/>
            <a:ext cx="12192000" cy="896645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39CC953-279B-D2E4-91DB-FFB11B28BA8B}"/>
              </a:ext>
            </a:extLst>
          </p:cNvPr>
          <p:cNvSpPr/>
          <p:nvPr/>
        </p:nvSpPr>
        <p:spPr>
          <a:xfrm>
            <a:off x="0" y="6844450"/>
            <a:ext cx="12192000" cy="386179"/>
          </a:xfrm>
          <a:prstGeom prst="rect">
            <a:avLst/>
          </a:prstGeom>
          <a:solidFill>
            <a:srgbClr val="0F70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2C80D1-FF94-7088-B971-722F4268A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21" y="993913"/>
            <a:ext cx="2656800" cy="57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15DD54B-492F-275E-CF6B-3CC40BDAEC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913" y="993913"/>
            <a:ext cx="2656800" cy="5760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D4D27CB-9096-2581-A5FC-B9A689E8FE1B}"/>
              </a:ext>
            </a:extLst>
          </p:cNvPr>
          <p:cNvSpPr txBox="1"/>
          <p:nvPr/>
        </p:nvSpPr>
        <p:spPr>
          <a:xfrm>
            <a:off x="8762010" y="1083365"/>
            <a:ext cx="329415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Seleccione el Punto de acceso para editarlo o “añada” uno nuevo: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Ingrese los siguientes datos:</a:t>
            </a:r>
            <a:br>
              <a:rPr lang="es-MX" dirty="0"/>
            </a:br>
            <a:r>
              <a:rPr lang="es-MX" dirty="0"/>
              <a:t>Nombre: </a:t>
            </a:r>
            <a:r>
              <a:rPr lang="es-MX" b="1" dirty="0"/>
              <a:t>IMS</a:t>
            </a:r>
            <a:br>
              <a:rPr lang="es-MX" b="1" dirty="0"/>
            </a:br>
            <a:r>
              <a:rPr lang="es-MX" dirty="0"/>
              <a:t>APN: </a:t>
            </a:r>
            <a:r>
              <a:rPr lang="es-MX" b="1" dirty="0"/>
              <a:t>ims</a:t>
            </a:r>
            <a:br>
              <a:rPr lang="es-MX" b="1" dirty="0"/>
            </a:br>
            <a:r>
              <a:rPr lang="es-MX" dirty="0"/>
              <a:t>MCC: </a:t>
            </a:r>
            <a:r>
              <a:rPr lang="es-MX" b="1" dirty="0"/>
              <a:t>334</a:t>
            </a:r>
            <a:br>
              <a:rPr lang="es-MX" dirty="0"/>
            </a:br>
            <a:r>
              <a:rPr lang="es-MX" dirty="0"/>
              <a:t>MNC: </a:t>
            </a:r>
            <a:r>
              <a:rPr lang="es-MX" b="1" dirty="0"/>
              <a:t>140</a:t>
            </a:r>
            <a:br>
              <a:rPr lang="es-MX" b="1" dirty="0"/>
            </a:br>
            <a:r>
              <a:rPr lang="es-MX" dirty="0"/>
              <a:t>Tipo de autentificación: </a:t>
            </a:r>
            <a:r>
              <a:rPr lang="es-MX" b="1" dirty="0"/>
              <a:t>PAP</a:t>
            </a:r>
            <a:br>
              <a:rPr lang="es-MX" dirty="0"/>
            </a:br>
            <a:r>
              <a:rPr lang="es-MX" dirty="0"/>
              <a:t>Tipo de APN: </a:t>
            </a:r>
            <a:r>
              <a:rPr lang="es-MX" b="1" dirty="0"/>
              <a:t>ims</a:t>
            </a:r>
            <a:br>
              <a:rPr lang="es-MX" dirty="0"/>
            </a:br>
            <a:r>
              <a:rPr lang="es-MX" dirty="0"/>
              <a:t>Protocolo APN: </a:t>
            </a:r>
            <a:r>
              <a:rPr lang="es-MX" b="1" dirty="0"/>
              <a:t>IPv4/IPv6</a:t>
            </a:r>
            <a:br>
              <a:rPr lang="es-MX" dirty="0"/>
            </a:br>
            <a:r>
              <a:rPr lang="es-MX" dirty="0"/>
              <a:t>Protocolo de roaming: </a:t>
            </a:r>
            <a:r>
              <a:rPr lang="es-MX" b="1" dirty="0"/>
              <a:t>IPv4/IPv6</a:t>
            </a:r>
            <a:br>
              <a:rPr lang="es-MX" b="1" dirty="0"/>
            </a:b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Seleccione el menu vertical y despues “Guardar”.</a:t>
            </a:r>
            <a:br>
              <a:rPr lang="es-MX" dirty="0"/>
            </a:b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MX" dirty="0"/>
              <a:t>Reinicie su dispositivo y haga pruebas.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MX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E946B33-7C23-6FC9-4811-AC4E1D9720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3817" y="993913"/>
            <a:ext cx="2656800" cy="57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63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381</Words>
  <Application>Microsoft Office PowerPoint</Application>
  <PresentationFormat>Panorámica</PresentationFormat>
  <Paragraphs>60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Candara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Ayala</dc:creator>
  <cp:lastModifiedBy>Nicolas Ayala</cp:lastModifiedBy>
  <cp:revision>4</cp:revision>
  <dcterms:created xsi:type="dcterms:W3CDTF">2025-07-10T19:20:37Z</dcterms:created>
  <dcterms:modified xsi:type="dcterms:W3CDTF">2025-07-10T22:16:42Z</dcterms:modified>
</cp:coreProperties>
</file>